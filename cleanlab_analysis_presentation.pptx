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Data Quality Analysis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Using Cleanlab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</a:rPr>
              <a:t>Otolith Age Classification 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PhD Research - 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Dataset Overview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657600" cy="3200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Class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Samples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Percentage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1.3%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223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2.6%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348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4.0%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768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8.9%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1,695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19.6%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1,941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22.5%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1,477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17.1%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927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10.7%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736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8.5%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412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4.8%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Observations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4632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• Core ages (5-7):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5F5"/>
                </a:solidFill>
              </a:rPr>
              <a:t>~60% of dataset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• Moderate (4, 8-9):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5F5"/>
                </a:solidFill>
              </a:rPr>
              <a:t>8-11% each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• Rare classes (1-3, 10):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5F5F5"/>
                </a:solidFill>
              </a:rPr>
              <a:t>1-5% each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Total: 8,637 samples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Cleanlab Analysis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200400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43%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Flagged as Potential Issues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Breakdown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E1E"/>
                </a:solidFill>
              </a:rPr>
              <a:t>Total samples analyzed: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65A82"/>
                </a:solidFill>
              </a:rPr>
              <a:t>8,637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E1E"/>
                </a:solidFill>
              </a:rPr>
              <a:t>Potential issues: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65A82"/>
                </a:solidFill>
              </a:rPr>
              <a:t>3,722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1E1E"/>
                </a:solidFill>
              </a:rPr>
              <a:t>Issue rate: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65A82"/>
                </a:solidFill>
              </a:rPr>
              <a:t>43.09%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E1E"/>
                </a:solidFill>
              </a:rPr>
              <a:t>⚠️  High flag rate suggests mix of genuine errors and adjacent-age ambiguity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Model Confidence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1E1E"/>
                </a:solidFill>
              </a:rPr>
              <a:t>[PLACEHOLDER: Violin Plot Here]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E1E1E"/>
                </a:solidFill>
              </a:rPr>
              <a:t>Distribution of Model Confidence per Class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Key Finding: Classes 2-6 show significant overlap between correct and incorrect predictions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Label Confusion Patterns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1E1E"/>
                </a:solidFill>
              </a:rPr>
              <a:t>[PLACEHOLDER: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E1E1E"/>
                </a:solidFill>
              </a:rPr>
              <a:t>Confusion Heatmap]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Critical Patterns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0" y="173736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1. Adjacent Age Confusion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   Class 5→6: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EB3B"/>
                </a:solidFill>
              </a:rPr>
              <a:t>504 samples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   Class 4→5: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EB3B"/>
                </a:solidFill>
              </a:rPr>
              <a:t>227 samples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2. Young Fish Issues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   Class 1→2: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EB3B"/>
                </a:solidFill>
              </a:rPr>
              <a:t>87 samples
</a:t>
            </a:r>
            <a:pPr indent="0" marL="0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FFEB3B"/>
                </a:solidFill>
              </a:rPr>
              <a:t>   (~80% of class 1!)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3. Old Fish Scatter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   Class 10 spread across
   ages 7-10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4. Classes 7-9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5F5"/>
                </a:solidFill>
              </a:rPr>
              <a:t>   Zero flags (suspicious?)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Manual Review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Priority 1: Core 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B3B"/>
                </a:solidFill>
              </a:rPr>
              <a:t>150 samples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Class 5→6 corrections (100)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• Class 4→5 corrections (50)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• Most reliable due to large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training 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Priority 2: Young Fish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B3B"/>
                </a:solidFill>
              </a:rPr>
              <a:t>75 samples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Class 1→2 (50 samples)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• Class 2→3 (25 samples)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• Check for systematic bias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toward common 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Priority 3: Old Fish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EB3B"/>
                </a:solidFill>
              </a:rPr>
              <a:t>75 samples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Class 10 scattered (75)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• Sample across 7→10, 8→10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• Consider collapsing to '8+'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</a:rPr>
              <a:t>for future training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Review Tool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Interactive Jupyter Viewer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Navigation buttons (Previous/Next)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Displays otolith image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Shows current vs suggested label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Measurement ID tracking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Confidence scores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Enables efficient review of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200-300 top candidates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Review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1. Sort by confidence difference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2. Load top 200-300 samples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3. Visual inspection of otolith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4. Count growth rings manually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5. Compare with suggested label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6. Categorize decision: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 • Accept correction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 • Reject (model error)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 • Ambiguous (need expert)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7. Track patterns by annotator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Investigation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1. Why is Class 5→6 so large (504 samples)?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1E"/>
                </a:solidFill>
              </a:rPr>
              <a:t>Is this systematic labeling error, model bias, or biological ambiguity at this age boundary?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0F8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2. Why are Classes 7-9 perfectly clean?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1E"/>
                </a:solidFill>
              </a:rPr>
              <a:t>Zero flags seems unrealistic. Does model lack confidence to challenge these ages?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3. Are there annotator-specific patterns?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1E"/>
                </a:solidFill>
              </a:rPr>
              <a:t>Does one person consistently label differently? Time-based patterns in collection?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F0F8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4. Should rare classes be handled differently?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1E"/>
                </a:solidFill>
              </a:rPr>
              <a:t>Should Class 10 be collapsed to '8+' category? Different thresholds for rare classes?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Expected Outcomes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From Manual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• Genuine label errors: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~10-15% confirmed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• Adjacent-age ambiguity: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~25-30% biologically difficult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• Model artifacts: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~5% class imbalance effects
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E1E1E"/>
                </a:solidFill>
              </a:rPr>
              <a:t>Understanding of annotator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E1E1E"/>
                </a:solidFill>
              </a:rPr>
              <a:t>variation and challenging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E1E1E"/>
                </a:solidFill>
              </a:rPr>
              <a:t>age ranges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After Retraining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• Improved accuracy: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[PLACEHOLDER: +X%]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• Better class separation: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Reduced overlap in
  confidence distributions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1E1E"/>
                </a:solidFill>
              </a:rPr>
              <a:t>• Quantitative validation: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1E1E"/>
                </a:solidFill>
              </a:rPr>
              <a:t>  Label cleaning impact
  on model performance
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E1E1E"/>
                </a:solidFill>
              </a:rPr>
              <a:t>Scientific rigor in handling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E1E1E"/>
                </a:solidFill>
              </a:rPr>
              <a:t>noisy biological labels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9019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Complete manual review of 200-300 top confidence differences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33172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4048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Document patterns: annotator, age range, image quality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9077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Create cleaned dataset with corrections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33756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4107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Retrain model on cleaned labels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84048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9136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Compare before/after performance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4343400"/>
            <a:ext cx="6400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165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6. Analyze remaining label noise characteristics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</a:rPr>
              <a:t>Goal: Demonstrate rigorous data quality 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</a:rPr>
              <a:t>for biological classification problems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2026-01-26T15:26:03Z</dcterms:created>
  <dcterms:modified xsi:type="dcterms:W3CDTF">2026-01-26T15:26:03Z</dcterms:modified>
</cp:coreProperties>
</file>